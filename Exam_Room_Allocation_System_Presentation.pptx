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164592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594360"/>
            <a:ext cx="164592" cy="1645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0" y="594360"/>
            <a:ext cx="164592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8FAFC"/>
                </a:solidFill>
                <a:latin typeface="Aptos Display"/>
              </a:rPr>
              <a:t>EXAM ROOM
ALLOCATION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97180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06B6D4"/>
                </a:solidFill>
                <a:latin typeface="Aptos"/>
              </a:rPr>
              <a:t>Graph Coloring + Greedy Algorithm Based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6908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Python • Flask • SQLite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Algorithm-centric scheduling with visible decisions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12480" y="1828800"/>
            <a:ext cx="1371600" cy="64008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412480" y="1828800"/>
            <a:ext cx="365760" cy="182880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589520" y="1828800"/>
            <a:ext cx="822960" cy="128016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778240" y="2468880"/>
            <a:ext cx="1005840" cy="118872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784080" y="2468880"/>
            <a:ext cx="457200" cy="146304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3657600"/>
            <a:ext cx="1463040" cy="27432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7589520" y="3108960"/>
            <a:ext cx="1188720" cy="54864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183879" y="16002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7" y="171907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</a:rPr>
              <a:t>A</a:t>
            </a:r>
          </a:p>
        </p:txBody>
      </p:sp>
      <p:sp>
        <p:nvSpPr>
          <p:cNvPr id="18" name="Oval 17"/>
          <p:cNvSpPr/>
          <p:nvPr/>
        </p:nvSpPr>
        <p:spPr>
          <a:xfrm>
            <a:off x="9555480" y="224028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65207" y="235915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</a:rPr>
              <a:t>B</a:t>
            </a:r>
          </a:p>
        </p:txBody>
      </p:sp>
      <p:sp>
        <p:nvSpPr>
          <p:cNvPr id="20" name="Oval 19"/>
          <p:cNvSpPr/>
          <p:nvPr/>
        </p:nvSpPr>
        <p:spPr>
          <a:xfrm>
            <a:off x="8549640" y="34290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59367" y="354787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</a:rPr>
              <a:t>C</a:t>
            </a:r>
          </a:p>
        </p:txBody>
      </p:sp>
      <p:sp>
        <p:nvSpPr>
          <p:cNvPr id="22" name="Oval 21"/>
          <p:cNvSpPr/>
          <p:nvPr/>
        </p:nvSpPr>
        <p:spPr>
          <a:xfrm>
            <a:off x="10012680" y="370332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22407" y="3822191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</a:rPr>
              <a:t>D</a:t>
            </a:r>
          </a:p>
        </p:txBody>
      </p:sp>
      <p:sp>
        <p:nvSpPr>
          <p:cNvPr id="24" name="Oval 23"/>
          <p:cNvSpPr/>
          <p:nvPr/>
        </p:nvSpPr>
        <p:spPr>
          <a:xfrm>
            <a:off x="7360920" y="288036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0648" y="299923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</a:rPr>
              <a:t>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 Display"/>
              </a:rPr>
              <a:t>Abstract &amp;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563EB"/>
                </a:solidFill>
                <a:latin typeface="Aptos"/>
              </a:rPr>
              <a:t>Turning exam scheduling into a graph-based optimization problem.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3035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73152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73351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Aptos Display"/>
              </a:rPr>
              <a:t>Abstract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30552"/>
            <a:ext cx="489204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The Exam Room Allocation System assigns students or classes to available exam slots and rooms while avoiding conflicts. Conflicting entities are represented as graph edges, while available periods/resources act as colors. A greedy coloring strategy creates a feasible schedule and records the decisions made by the algorithm.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34924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508760"/>
            <a:ext cx="73152" cy="1920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73351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Aptos Display"/>
              </a:rPr>
              <a:t>Why this approach?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0552"/>
            <a:ext cx="493775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Manual allocation can create overlapping exams, room overuse, and inefficient schedules. Graph coloring provides a structured way to represent and resolve these constraints.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03320"/>
            <a:ext cx="534924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3703320"/>
            <a:ext cx="73152" cy="2194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867911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Aptos Display"/>
              </a:rPr>
              <a:t>Expected 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325112"/>
            <a:ext cx="4937759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A working web prototype that accepts scheduling data, builds the conflict graph, applies coloring, stores results in SQLite, and clearly displays assignments and algorithm decisions.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46520"/>
            <a:ext cx="1097280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 Display"/>
              </a:rPr>
              <a:t>Problem Statement, Objectives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563EB"/>
                </a:solidFill>
                <a:latin typeface="Aptos"/>
              </a:rPr>
              <a:t>Core requirements and boundaries of the prototype.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65760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4480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3246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Aptos Display"/>
              </a:rP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39112"/>
            <a:ext cx="32461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Assign students/classes to rooms and time slots while minimizing conflicts. Treat each conflicting pair as an edge in a graph and each available period/resource as a color. Adjacent vertices must receive different colors.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38328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73152" cy="4480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58191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Aptos Display"/>
              </a:rPr>
              <a:t>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039112"/>
            <a:ext cx="297180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• Demonstrate graph coloring and greedy techniques
• Produce a feasible conflict-free allocation
• Make algorithmic choices visible
• Show objective/summary information
• Compare behavior where applicable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7472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73152" cy="4480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581912"/>
            <a:ext cx="30632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Aptos Display"/>
              </a:rPr>
              <a:t>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039112"/>
            <a:ext cx="3063239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• Student/class scheduling
• Room and slot allocation
• Conflict detection
• Greedy assignment
• Result visualization
• SQLite persistence
• Future support for richer optimization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46520"/>
            <a:ext cx="1097280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Aptos Display"/>
              </a:rPr>
              <a:t>Features &amp; 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6B6D4"/>
                </a:solidFill>
                <a:latin typeface="Aptos"/>
              </a:rPr>
              <a:t>What the user and system should be able to 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16636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73152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3619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Aptos Display"/>
              </a:rPr>
              <a:t>Input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475488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Add exams/classes, rooms, time slots and conflict relationships.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16636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371600"/>
            <a:ext cx="73152" cy="1280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3619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Aptos Display"/>
              </a:rPr>
              <a:t>Conflict 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93392"/>
            <a:ext cx="475488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Represent entities as vertices and conflicts as edges.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26080"/>
            <a:ext cx="516636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926080"/>
            <a:ext cx="73152" cy="1280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09067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Aptos Display"/>
              </a:rPr>
              <a:t>Greedy Allocation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47872"/>
            <a:ext cx="475488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Assign the first feasible color/resource using a defined ordering rule.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926080"/>
            <a:ext cx="516636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926080"/>
            <a:ext cx="73152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09067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Aptos Display"/>
              </a:rPr>
              <a:t>Room Mapping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47872"/>
            <a:ext cx="475488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Map scheduled slots to available rooms based on capacity/availability.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80560"/>
            <a:ext cx="516636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480560"/>
            <a:ext cx="73152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64515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Aptos Display"/>
              </a:rPr>
              <a:t>Decision 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102352"/>
            <a:ext cx="475488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Show visit/order sequence, selected colors and reasons for assignments.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480560"/>
            <a:ext cx="516636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4480560"/>
            <a:ext cx="73152" cy="1280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64515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Aptos Display"/>
              </a:rPr>
              <a:t>Results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102352"/>
            <a:ext cx="475488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Display schedule, conflicts, utilization and summary metrics.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46520"/>
            <a:ext cx="1097280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 Display"/>
              </a:rPr>
              <a:t>Algorithms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563EB"/>
                </a:solidFill>
                <a:latin typeface="Aptos"/>
              </a:rPr>
              <a:t>Graph modeling followed by greedy coloring.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01168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141732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58191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2860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</a:rPr>
              <a:t>Build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926080"/>
            <a:ext cx="1691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1E293B"/>
                </a:solidFill>
              </a:rPr>
              <a:t>Vertex = exam/class
Edge = conflict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1828800"/>
            <a:ext cx="201168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20439" y="141732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39" y="158191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2860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</a:rPr>
              <a:t>Order Vertices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926080"/>
            <a:ext cx="1691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1E293B"/>
                </a:solidFill>
              </a:rPr>
              <a:t>Choose a clear greedy
ordering rule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1828800"/>
            <a:ext cx="201168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52159" y="14173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59" y="158191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1" y="22860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</a:rPr>
              <a:t>Color Greedily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1" y="2926080"/>
            <a:ext cx="1691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1E293B"/>
                </a:solidFill>
              </a:rPr>
              <a:t>Pick lowest feasible
available color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1828800"/>
            <a:ext cx="201168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83879" y="141732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158191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1" y="22860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</a:rPr>
              <a:t>Allocate Rooms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1" y="2926080"/>
            <a:ext cx="1691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1E293B"/>
                </a:solidFill>
              </a:rPr>
              <a:t>Map colored slots to
compatible rooms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1828800"/>
            <a:ext cx="201168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15600" y="141732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0" y="158191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94392" y="22860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</a:rPr>
              <a:t>Explain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94392" y="2926080"/>
            <a:ext cx="1691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1E293B"/>
                </a:solidFill>
              </a:rPr>
              <a:t>Show decisions,
conflicts &amp; metrics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709160"/>
            <a:ext cx="1033272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" y="4709160"/>
            <a:ext cx="73152" cy="1051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4873752"/>
            <a:ext cx="9921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Aptos Display"/>
              </a:rPr>
              <a:t>Greedy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330952"/>
            <a:ext cx="992124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Process vertices in descending conflict-degree order; for each vertex, assign the lowest-numbered color not used by its already-colored neighbors.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446520"/>
            <a:ext cx="1097280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 Display"/>
              </a:rPr>
              <a:t>Technologies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563EB"/>
                </a:solidFill>
                <a:latin typeface="Aptos"/>
              </a:rPr>
              <a:t>Simple full-stack architecture for an algorithm-focused prototype.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3832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73152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2763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Aptos Display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297180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HTML5 + CSS3 + JavaScript
• Forms for input
• Schedule/result tables
• Conflict visualization
• Responsive dashboard
• Decision-log presentation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73152" cy="4389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2763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Aptos Display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84832"/>
            <a:ext cx="297180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Python + Flask
• Routing and validation
• Graph construction
• Greedy coloring logic
• Room allocation
• Metrics and result generation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40"/>
            <a:ext cx="33832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63040"/>
            <a:ext cx="73152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62763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Aptos Display"/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84832"/>
            <a:ext cx="297180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SQLite
Suggested tables:
• exams/classes
• students
• rooms
• time_slots
• conflicts
• allocations
Stores inputs and generated schedules.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46520"/>
            <a:ext cx="1097280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Aptos Display"/>
              </a:rPr>
              <a:t>Results, Testing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6B6D4"/>
                </a:solidFill>
                <a:latin typeface="Aptos"/>
              </a:rPr>
              <a:t>How correctness and algorithm behavior can be demonstrated.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0352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4480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Aptos Display"/>
              </a:rPr>
              <a:t>Testing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39112"/>
            <a:ext cx="48920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Functional tests
• Valid/invalid input handling
• Conflict detection
• Room capacity constraints
• No adjacent conflicting exams share a color
• Database save/retrieve tests
Edge cases
• Highly connected graph
• Limited number of slots
• More exams than rooms
• Isolated vertices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34924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73152" cy="4480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81912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Aptos Display"/>
              </a:rPr>
              <a:t>Performance &amp; Output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39112"/>
            <a:ext cx="4937759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Measure and display:
• Number of exams/classes
• Number of conflicts
• Colors/slots used
• Room utilization
• Unscheduled items, if any
• Greedy processing order
• Assignment decisions
Expected behavior: greedy coloring runs efficiently for typical prototype-sized datasets and produces a feasible allocation when enough colors/resources exist.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46520"/>
            <a:ext cx="1097280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 Display"/>
              </a:rPr>
              <a:t>Conclusion, Future Scope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563EB"/>
                </a:solidFill>
                <a:latin typeface="Aptos"/>
              </a:rPr>
              <a:t>From a classroom DAA concept to an explainable scheduling prototype.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65760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4526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3246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Aptos Display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39112"/>
            <a:ext cx="32461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The system applies graph coloring to represent exam conflicts and a greedy strategy to generate a practical allocation. Its key value is explainability: users can see the graph relationships, processing order, selected colors, room assignments and resulting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38328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73152" cy="4526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58191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Aptos Display"/>
              </a:rP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039112"/>
            <a:ext cx="29718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• Weighted/priority scheduling
• Automatic conflict generation from student registrations
• Multiple greedy heuristics
• DSATUR or backtracking comparison
• Capacity-aware optimization
• Admin authentication
• Charts and downloadable reports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7472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73152" cy="4526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581912"/>
            <a:ext cx="30632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Aptos Display"/>
              </a:rPr>
              <a:t>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039112"/>
            <a:ext cx="306323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93B"/>
                </a:solidFill>
                <a:latin typeface="Aptos"/>
              </a:rPr>
              <a:t>1. Cormen et al., Introduction to Algorithms
2. Python Documentation
3. Flask Documentation
4. SQLite Documentation
5. Graph Coloring &amp; Scheduling literature
Suggested documentation sources can be cited in the final project report.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46520"/>
            <a:ext cx="1097280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8FAFC"/>
                </a:solidFill>
                <a:latin typeface="Aptos Display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06B6D4"/>
                </a:solidFill>
                <a:latin typeface="Aptos"/>
              </a:rPr>
              <a:t>Exam Room Allocation System • Graph Coloring + Greedy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E2E8F0"/>
                </a:solidFill>
              </a:rPr>
              <a:t>Python • Flask • SQLite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